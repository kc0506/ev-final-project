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62" r:id="rId2"/>
    <p:sldId id="263" r:id="rId3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E5394"/>
    <a:srgbClr val="EEBE24"/>
    <a:srgbClr val="945200"/>
    <a:srgbClr val="F7F3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03"/>
    <p:restoredTop sz="94685"/>
  </p:normalViewPr>
  <p:slideViewPr>
    <p:cSldViewPr snapToGrid="0">
      <p:cViewPr>
        <p:scale>
          <a:sx n="23" d="100"/>
          <a:sy n="23" d="100"/>
        </p:scale>
        <p:origin x="29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3F73D1-E5A0-DC41-8D66-B76F1CC02206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85D911-5438-5747-B02A-6D4062CA7963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112932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1pPr>
    <a:lvl2pPr marL="175386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2pPr>
    <a:lvl3pPr marL="350773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3pPr>
    <a:lvl4pPr marL="526159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4pPr>
    <a:lvl5pPr marL="701546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5pPr>
    <a:lvl6pPr marL="8769325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6pPr>
    <a:lvl7pPr marL="10523190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7pPr>
    <a:lvl8pPr marL="12277054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8pPr>
    <a:lvl9pPr marL="14030919" algn="l" defTabSz="3507730" rtl="0" eaLnBrk="1" latinLnBrk="0" hangingPunct="1">
      <a:defRPr sz="4603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F273B9-5E2A-CDDA-0889-8FE18EC95C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75D4DB9-BC3A-7760-F299-A65755A897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645E43C-CACD-8C78-526E-261ABF3C06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82903FA7-F856-5E83-A50D-10B9A01514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5D911-5438-5747-B02A-6D4062CA7963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701539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E8979-5362-6B17-B266-8D66572A8D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6E5DD43-624A-A879-8272-A74A3CEE41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FBD93D8-EC8D-0556-284A-5DE238EB50B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F0F1186-3D3C-4C11-735A-E8A2CAEF52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85D911-5438-5747-B02A-6D4062CA7963}" type="slidenum">
              <a:rPr kumimoji="1" lang="zh-TW" altLang="en-US" smtClean="0"/>
              <a:t>2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4485401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70641" y="7005156"/>
            <a:ext cx="25733931" cy="14902051"/>
          </a:xfrm>
        </p:spPr>
        <p:txBody>
          <a:bodyPr anchor="b"/>
          <a:lstStyle>
            <a:lvl1pPr algn="ctr">
              <a:defRPr sz="1986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784402" y="22481887"/>
            <a:ext cx="22706410" cy="10334331"/>
          </a:xfrm>
        </p:spPr>
        <p:txBody>
          <a:bodyPr/>
          <a:lstStyle>
            <a:lvl1pPr marL="0" indent="0" algn="ctr">
              <a:buNone/>
              <a:defRPr sz="7946"/>
            </a:lvl1pPr>
            <a:lvl2pPr marL="1513743" indent="0" algn="ctr">
              <a:buNone/>
              <a:defRPr sz="6622"/>
            </a:lvl2pPr>
            <a:lvl3pPr marL="3027487" indent="0" algn="ctr">
              <a:buNone/>
              <a:defRPr sz="5960"/>
            </a:lvl3pPr>
            <a:lvl4pPr marL="4541230" indent="0" algn="ctr">
              <a:buNone/>
              <a:defRPr sz="5297"/>
            </a:lvl4pPr>
            <a:lvl5pPr marL="6054974" indent="0" algn="ctr">
              <a:buNone/>
              <a:defRPr sz="5297"/>
            </a:lvl5pPr>
            <a:lvl6pPr marL="7568717" indent="0" algn="ctr">
              <a:buNone/>
              <a:defRPr sz="5297"/>
            </a:lvl6pPr>
            <a:lvl7pPr marL="9082461" indent="0" algn="ctr">
              <a:buNone/>
              <a:defRPr sz="5297"/>
            </a:lvl7pPr>
            <a:lvl8pPr marL="10596204" indent="0" algn="ctr">
              <a:buNone/>
              <a:defRPr sz="5297"/>
            </a:lvl8pPr>
            <a:lvl9pPr marL="12109948" indent="0" algn="ctr">
              <a:buNone/>
              <a:defRPr sz="5297"/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97351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2788324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5654" y="10671229"/>
            <a:ext cx="26112371" cy="17805173"/>
          </a:xfrm>
        </p:spPr>
        <p:txBody>
          <a:bodyPr anchor="b"/>
          <a:lstStyle>
            <a:lvl1pPr>
              <a:defRPr sz="1986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65654" y="28644846"/>
            <a:ext cx="26112371" cy="9363320"/>
          </a:xfrm>
        </p:spPr>
        <p:txBody>
          <a:bodyPr/>
          <a:lstStyle>
            <a:lvl1pPr marL="0" indent="0">
              <a:buNone/>
              <a:defRPr sz="7946">
                <a:solidFill>
                  <a:schemeClr val="tx1"/>
                </a:solidFill>
              </a:defRPr>
            </a:lvl1pPr>
            <a:lvl2pPr marL="1513743" indent="0">
              <a:buNone/>
              <a:defRPr sz="6622">
                <a:solidFill>
                  <a:schemeClr val="tx1">
                    <a:tint val="75000"/>
                  </a:schemeClr>
                </a:solidFill>
              </a:defRPr>
            </a:lvl2pPr>
            <a:lvl3pPr marL="3027487" indent="0">
              <a:buNone/>
              <a:defRPr sz="5960">
                <a:solidFill>
                  <a:schemeClr val="tx1">
                    <a:tint val="75000"/>
                  </a:schemeClr>
                </a:solidFill>
              </a:defRPr>
            </a:lvl3pPr>
            <a:lvl4pPr marL="4541230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4pPr>
            <a:lvl5pPr marL="605497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5pPr>
            <a:lvl6pPr marL="7568717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6pPr>
            <a:lvl7pPr marL="9082461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7pPr>
            <a:lvl8pPr marL="10596204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8pPr>
            <a:lvl9pPr marL="12109948" indent="0">
              <a:buNone/>
              <a:defRPr sz="529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29822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081421" y="11394520"/>
            <a:ext cx="12866966" cy="2715859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326826" y="11394520"/>
            <a:ext cx="12866966" cy="2715859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3367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278913"/>
            <a:ext cx="26112371" cy="8273416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5368" y="10492870"/>
            <a:ext cx="12807832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085368" y="15635264"/>
            <a:ext cx="12807832" cy="2299711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5326828" y="10492870"/>
            <a:ext cx="12870909" cy="5142393"/>
          </a:xfrm>
        </p:spPr>
        <p:txBody>
          <a:bodyPr anchor="b"/>
          <a:lstStyle>
            <a:lvl1pPr marL="0" indent="0">
              <a:buNone/>
              <a:defRPr sz="7946" b="1"/>
            </a:lvl1pPr>
            <a:lvl2pPr marL="1513743" indent="0">
              <a:buNone/>
              <a:defRPr sz="6622" b="1"/>
            </a:lvl2pPr>
            <a:lvl3pPr marL="3027487" indent="0">
              <a:buNone/>
              <a:defRPr sz="5960" b="1"/>
            </a:lvl3pPr>
            <a:lvl4pPr marL="4541230" indent="0">
              <a:buNone/>
              <a:defRPr sz="5297" b="1"/>
            </a:lvl4pPr>
            <a:lvl5pPr marL="6054974" indent="0">
              <a:buNone/>
              <a:defRPr sz="5297" b="1"/>
            </a:lvl5pPr>
            <a:lvl6pPr marL="7568717" indent="0">
              <a:buNone/>
              <a:defRPr sz="5297" b="1"/>
            </a:lvl6pPr>
            <a:lvl7pPr marL="9082461" indent="0">
              <a:buNone/>
              <a:defRPr sz="5297" b="1"/>
            </a:lvl7pPr>
            <a:lvl8pPr marL="10596204" indent="0">
              <a:buNone/>
              <a:defRPr sz="5297" b="1"/>
            </a:lvl8pPr>
            <a:lvl9pPr marL="12109948" indent="0">
              <a:buNone/>
              <a:defRPr sz="5297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5326828" y="15635264"/>
            <a:ext cx="12870909" cy="22997117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06662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941361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8684851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70909" y="6162959"/>
            <a:ext cx="15326827" cy="30418415"/>
          </a:xfrm>
        </p:spPr>
        <p:txBody>
          <a:bodyPr/>
          <a:lstStyle>
            <a:lvl1pPr>
              <a:defRPr sz="10595"/>
            </a:lvl1pPr>
            <a:lvl2pPr>
              <a:defRPr sz="9271"/>
            </a:lvl2pPr>
            <a:lvl3pPr>
              <a:defRPr sz="7946"/>
            </a:lvl3pPr>
            <a:lvl4pPr>
              <a:defRPr sz="6622"/>
            </a:lvl4pPr>
            <a:lvl5pPr>
              <a:defRPr sz="6622"/>
            </a:lvl5pPr>
            <a:lvl6pPr>
              <a:defRPr sz="6622"/>
            </a:lvl6pPr>
            <a:lvl7pPr>
              <a:defRPr sz="6622"/>
            </a:lvl7pPr>
            <a:lvl8pPr>
              <a:defRPr sz="6622"/>
            </a:lvl8pPr>
            <a:lvl9pPr>
              <a:defRPr sz="6622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089837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85364" y="2853584"/>
            <a:ext cx="9764544" cy="9987545"/>
          </a:xfrm>
        </p:spPr>
        <p:txBody>
          <a:bodyPr anchor="b"/>
          <a:lstStyle>
            <a:lvl1pPr>
              <a:defRPr sz="10595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870909" y="6162959"/>
            <a:ext cx="15326827" cy="30418415"/>
          </a:xfrm>
        </p:spPr>
        <p:txBody>
          <a:bodyPr anchor="t"/>
          <a:lstStyle>
            <a:lvl1pPr marL="0" indent="0">
              <a:buNone/>
              <a:defRPr sz="10595"/>
            </a:lvl1pPr>
            <a:lvl2pPr marL="1513743" indent="0">
              <a:buNone/>
              <a:defRPr sz="9271"/>
            </a:lvl2pPr>
            <a:lvl3pPr marL="3027487" indent="0">
              <a:buNone/>
              <a:defRPr sz="7946"/>
            </a:lvl3pPr>
            <a:lvl4pPr marL="4541230" indent="0">
              <a:buNone/>
              <a:defRPr sz="6622"/>
            </a:lvl4pPr>
            <a:lvl5pPr marL="6054974" indent="0">
              <a:buNone/>
              <a:defRPr sz="6622"/>
            </a:lvl5pPr>
            <a:lvl6pPr marL="7568717" indent="0">
              <a:buNone/>
              <a:defRPr sz="6622"/>
            </a:lvl6pPr>
            <a:lvl7pPr marL="9082461" indent="0">
              <a:buNone/>
              <a:defRPr sz="6622"/>
            </a:lvl7pPr>
            <a:lvl8pPr marL="10596204" indent="0">
              <a:buNone/>
              <a:defRPr sz="6622"/>
            </a:lvl8pPr>
            <a:lvl9pPr marL="12109948" indent="0">
              <a:buNone/>
              <a:defRPr sz="6622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85364" y="12841129"/>
            <a:ext cx="9764544" cy="23789780"/>
          </a:xfrm>
        </p:spPr>
        <p:txBody>
          <a:bodyPr/>
          <a:lstStyle>
            <a:lvl1pPr marL="0" indent="0">
              <a:buNone/>
              <a:defRPr sz="5297"/>
            </a:lvl1pPr>
            <a:lvl2pPr marL="1513743" indent="0">
              <a:buNone/>
              <a:defRPr sz="4635"/>
            </a:lvl2pPr>
            <a:lvl3pPr marL="3027487" indent="0">
              <a:buNone/>
              <a:defRPr sz="3973"/>
            </a:lvl3pPr>
            <a:lvl4pPr marL="4541230" indent="0">
              <a:buNone/>
              <a:defRPr sz="3311"/>
            </a:lvl4pPr>
            <a:lvl5pPr marL="6054974" indent="0">
              <a:buNone/>
              <a:defRPr sz="3311"/>
            </a:lvl5pPr>
            <a:lvl6pPr marL="7568717" indent="0">
              <a:buNone/>
              <a:defRPr sz="3311"/>
            </a:lvl6pPr>
            <a:lvl7pPr marL="9082461" indent="0">
              <a:buNone/>
              <a:defRPr sz="3311"/>
            </a:lvl7pPr>
            <a:lvl8pPr marL="10596204" indent="0">
              <a:buNone/>
              <a:defRPr sz="3311"/>
            </a:lvl8pPr>
            <a:lvl9pPr marL="12109948" indent="0">
              <a:buNone/>
              <a:defRPr sz="331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621768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621602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1665701" y="2278904"/>
            <a:ext cx="6528093" cy="36274211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081423" y="2278904"/>
            <a:ext cx="19205838" cy="36274211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139307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081421" y="2278913"/>
            <a:ext cx="26112371" cy="82734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81421" y="11394520"/>
            <a:ext cx="26112371" cy="2715859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081421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2E54A1-FC55-B64E-B745-FF5436CA44A8}" type="datetimeFigureOut">
              <a:rPr kumimoji="1" lang="zh-TW" altLang="en-US" smtClean="0"/>
              <a:t>2025/6/1</a:t>
            </a:fld>
            <a:endParaRPr kumimoji="1" lang="zh-TW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028665" y="39672756"/>
            <a:ext cx="10217884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1381869" y="39672756"/>
            <a:ext cx="6811923" cy="227890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97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735C2-2646-3647-BDD6-91AEBE1A457D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605925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3027487" rtl="0" eaLnBrk="1" latinLnBrk="0" hangingPunct="1">
        <a:lnSpc>
          <a:spcPct val="90000"/>
        </a:lnSpc>
        <a:spcBef>
          <a:spcPct val="0"/>
        </a:spcBef>
        <a:buNone/>
        <a:defRPr sz="1456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56872" indent="-756872" algn="l" defTabSz="3027487" rtl="0" eaLnBrk="1" latinLnBrk="0" hangingPunct="1">
        <a:lnSpc>
          <a:spcPct val="90000"/>
        </a:lnSpc>
        <a:spcBef>
          <a:spcPts val="3311"/>
        </a:spcBef>
        <a:buFont typeface="Arial" panose="020B0604020202020204" pitchFamily="34" charset="0"/>
        <a:buChar char="•"/>
        <a:defRPr sz="9271" kern="1200">
          <a:solidFill>
            <a:schemeClr val="tx1"/>
          </a:solidFill>
          <a:latin typeface="+mn-lt"/>
          <a:ea typeface="+mn-ea"/>
          <a:cs typeface="+mn-cs"/>
        </a:defRPr>
      </a:lvl1pPr>
      <a:lvl2pPr marL="2270615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7946" kern="1200">
          <a:solidFill>
            <a:schemeClr val="tx1"/>
          </a:solidFill>
          <a:latin typeface="+mn-lt"/>
          <a:ea typeface="+mn-ea"/>
          <a:cs typeface="+mn-cs"/>
        </a:defRPr>
      </a:lvl2pPr>
      <a:lvl3pPr marL="378435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6622" kern="1200">
          <a:solidFill>
            <a:schemeClr val="tx1"/>
          </a:solidFill>
          <a:latin typeface="+mn-lt"/>
          <a:ea typeface="+mn-ea"/>
          <a:cs typeface="+mn-cs"/>
        </a:defRPr>
      </a:lvl3pPr>
      <a:lvl4pPr marL="5298102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81184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8325589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839333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1353076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866820" indent="-756872" algn="l" defTabSz="3027487" rtl="0" eaLnBrk="1" latinLnBrk="0" hangingPunct="1">
        <a:lnSpc>
          <a:spcPct val="90000"/>
        </a:lnSpc>
        <a:spcBef>
          <a:spcPts val="1655"/>
        </a:spcBef>
        <a:buFont typeface="Arial" panose="020B0604020202020204" pitchFamily="34" charset="0"/>
        <a:buChar char="•"/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1pPr>
      <a:lvl2pPr marL="1513743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2pPr>
      <a:lvl3pPr marL="302748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3pPr>
      <a:lvl4pPr marL="4541230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4pPr>
      <a:lvl5pPr marL="605497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5pPr>
      <a:lvl6pPr marL="7568717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6pPr>
      <a:lvl7pPr marL="9082461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7pPr>
      <a:lvl8pPr marL="10596204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8pPr>
      <a:lvl9pPr marL="12109948" algn="l" defTabSz="3027487" rtl="0" eaLnBrk="1" latinLnBrk="0" hangingPunct="1">
        <a:defRPr sz="59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5E76C0-D55B-C8BD-EF9C-8CE37580F3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FC101D4-AD92-C18E-2591-73E8DA9910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424" y="1243401"/>
            <a:ext cx="26732362" cy="2121442"/>
          </a:xfrm>
        </p:spPr>
        <p:txBody>
          <a:bodyPr anchor="ctr">
            <a:noAutofit/>
          </a:bodyPr>
          <a:lstStyle/>
          <a:p>
            <a:r>
              <a:rPr kumimoji="1" lang="en-US" altLang="zh-TW" sz="7200" b="1" dirty="0">
                <a:latin typeface="Arial" panose="020B0604020202020204" pitchFamily="34" charset="0"/>
                <a:cs typeface="Arial" panose="020B0604020202020204" pitchFamily="34" charset="0"/>
              </a:rPr>
              <a:t>Poster Title</a:t>
            </a:r>
            <a:endParaRPr kumimoji="1" lang="zh-TW" altLang="en-US" sz="7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標題 1 1">
            <a:extLst>
              <a:ext uri="{FF2B5EF4-FFF2-40B4-BE49-F238E27FC236}">
                <a16:creationId xmlns:a16="http://schemas.microsoft.com/office/drawing/2014/main" id="{7F4BE963-74CC-0304-6655-BE49D3C2A477}"/>
              </a:ext>
            </a:extLst>
          </p:cNvPr>
          <p:cNvSpPr txBox="1">
            <a:spLocks/>
          </p:cNvSpPr>
          <p:nvPr/>
        </p:nvSpPr>
        <p:spPr>
          <a:xfrm>
            <a:off x="2335953" y="3220551"/>
            <a:ext cx="25733931" cy="15044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" altLang="zh-TW" sz="4200" dirty="0">
                <a:latin typeface="Arial" panose="020B0604020202020204" pitchFamily="34" charset="0"/>
                <a:cs typeface="Arial" panose="020B0604020202020204" pitchFamily="34" charset="0"/>
              </a:rPr>
              <a:t>Author 1, Author 2, Author3, Author 4</a:t>
            </a:r>
          </a:p>
          <a:p>
            <a:r>
              <a:rPr kumimoji="1" lang="en" altLang="zh-TW" sz="4200" dirty="0">
                <a:latin typeface="Arial" panose="020B0604020202020204" pitchFamily="34" charset="0"/>
                <a:cs typeface="Arial" panose="020B0604020202020204" pitchFamily="34" charset="0"/>
              </a:rPr>
              <a:t>National Taiwan University</a:t>
            </a:r>
            <a:endParaRPr kumimoji="1" lang="zh-TW" altLang="en-US" sz="4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20" name="文字方塊 2619">
            <a:extLst>
              <a:ext uri="{FF2B5EF4-FFF2-40B4-BE49-F238E27FC236}">
                <a16:creationId xmlns:a16="http://schemas.microsoft.com/office/drawing/2014/main" id="{1A415EA0-B8C3-3BA5-AE91-02209322CD1D}"/>
              </a:ext>
            </a:extLst>
          </p:cNvPr>
          <p:cNvSpPr txBox="1"/>
          <p:nvPr/>
        </p:nvSpPr>
        <p:spPr>
          <a:xfrm>
            <a:off x="1203650" y="248611"/>
            <a:ext cx="800346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第十三屆台灣工業與應用數學會年會 </a:t>
            </a:r>
            <a:r>
              <a:rPr kumimoji="1" lang="en-US" altLang="zh-TW" sz="28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</a:t>
            </a:r>
            <a:r>
              <a:rPr kumimoji="1" lang="zh-TW" altLang="en-US" sz="28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研究生組</a:t>
            </a:r>
            <a:r>
              <a:rPr kumimoji="1" lang="en-US" altLang="zh-TW" sz="2800" dirty="0">
                <a:solidFill>
                  <a:schemeClr val="bg1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kumimoji="1" lang="zh-TW" altLang="en-US" sz="2800" dirty="0">
              <a:solidFill>
                <a:schemeClr val="bg1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2691" name="圓角矩形 2690">
            <a:extLst>
              <a:ext uri="{FF2B5EF4-FFF2-40B4-BE49-F238E27FC236}">
                <a16:creationId xmlns:a16="http://schemas.microsoft.com/office/drawing/2014/main" id="{F71FD987-D7B7-6E0A-8F88-2565087582B4}"/>
              </a:ext>
            </a:extLst>
          </p:cNvPr>
          <p:cNvSpPr/>
          <p:nvPr/>
        </p:nvSpPr>
        <p:spPr>
          <a:xfrm>
            <a:off x="1491491" y="24425813"/>
            <a:ext cx="12888000" cy="1093284"/>
          </a:xfrm>
          <a:prstGeom prst="roundRect">
            <a:avLst>
              <a:gd name="adj" fmla="val 24618"/>
            </a:avLst>
          </a:prstGeom>
          <a:solidFill>
            <a:srgbClr val="2E53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800" b="1" dirty="0">
                <a:latin typeface="Arial" panose="020B0604020202020204" pitchFamily="34" charset="0"/>
                <a:cs typeface="Arial" panose="020B0604020202020204" pitchFamily="34" charset="0"/>
              </a:rPr>
              <a:t>Block 4</a:t>
            </a:r>
            <a:endParaRPr kumimoji="1" lang="zh-TW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6" name="圓角矩形 2575">
            <a:extLst>
              <a:ext uri="{FF2B5EF4-FFF2-40B4-BE49-F238E27FC236}">
                <a16:creationId xmlns:a16="http://schemas.microsoft.com/office/drawing/2014/main" id="{1DD6D998-5178-FB5C-80B4-915E799E6031}"/>
              </a:ext>
            </a:extLst>
          </p:cNvPr>
          <p:cNvSpPr/>
          <p:nvPr/>
        </p:nvSpPr>
        <p:spPr>
          <a:xfrm>
            <a:off x="1491491" y="13288317"/>
            <a:ext cx="27097334" cy="1093284"/>
          </a:xfrm>
          <a:prstGeom prst="roundRect">
            <a:avLst>
              <a:gd name="adj" fmla="val 24618"/>
            </a:avLst>
          </a:prstGeom>
          <a:solidFill>
            <a:srgbClr val="2E53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" altLang="zh-TW" sz="4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Block 3</a:t>
            </a:r>
            <a:endParaRPr kumimoji="1" lang="zh-TW" altLang="en-US" sz="48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7" name="圓角矩形 2576">
            <a:extLst>
              <a:ext uri="{FF2B5EF4-FFF2-40B4-BE49-F238E27FC236}">
                <a16:creationId xmlns:a16="http://schemas.microsoft.com/office/drawing/2014/main" id="{63F2306E-FA2A-F387-0A69-AD649FF0AA00}"/>
              </a:ext>
            </a:extLst>
          </p:cNvPr>
          <p:cNvSpPr/>
          <p:nvPr/>
        </p:nvSpPr>
        <p:spPr>
          <a:xfrm>
            <a:off x="1491491" y="5386779"/>
            <a:ext cx="12888000" cy="1093284"/>
          </a:xfrm>
          <a:prstGeom prst="roundRect">
            <a:avLst>
              <a:gd name="adj" fmla="val 24618"/>
            </a:avLst>
          </a:prstGeom>
          <a:solidFill>
            <a:srgbClr val="2E53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800" b="1" dirty="0">
                <a:latin typeface="Arial" panose="020B0604020202020204" pitchFamily="34" charset="0"/>
                <a:cs typeface="Arial" panose="020B0604020202020204" pitchFamily="34" charset="0"/>
              </a:rPr>
              <a:t>Block 1</a:t>
            </a:r>
            <a:endParaRPr kumimoji="1" lang="zh-TW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78" name="圓角矩形 2577">
            <a:extLst>
              <a:ext uri="{FF2B5EF4-FFF2-40B4-BE49-F238E27FC236}">
                <a16:creationId xmlns:a16="http://schemas.microsoft.com/office/drawing/2014/main" id="{3AEE5AD2-1223-488F-10DC-30FE5041C5B1}"/>
              </a:ext>
            </a:extLst>
          </p:cNvPr>
          <p:cNvSpPr/>
          <p:nvPr/>
        </p:nvSpPr>
        <p:spPr>
          <a:xfrm>
            <a:off x="14908824" y="5386779"/>
            <a:ext cx="13680000" cy="1093284"/>
          </a:xfrm>
          <a:prstGeom prst="roundRect">
            <a:avLst>
              <a:gd name="adj" fmla="val 24618"/>
            </a:avLst>
          </a:prstGeom>
          <a:solidFill>
            <a:srgbClr val="2E53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800" b="1" dirty="0">
                <a:latin typeface="Arial" panose="020B0604020202020204" pitchFamily="34" charset="0"/>
                <a:cs typeface="Arial" panose="020B0604020202020204" pitchFamily="34" charset="0"/>
              </a:rPr>
              <a:t>Block 2</a:t>
            </a:r>
          </a:p>
        </p:txBody>
      </p:sp>
      <p:sp>
        <p:nvSpPr>
          <p:cNvPr id="56" name="圓角矩形 55">
            <a:extLst>
              <a:ext uri="{FF2B5EF4-FFF2-40B4-BE49-F238E27FC236}">
                <a16:creationId xmlns:a16="http://schemas.microsoft.com/office/drawing/2014/main" id="{4DA99A45-C3EC-D948-D35C-46D2A8CB4675}"/>
              </a:ext>
            </a:extLst>
          </p:cNvPr>
          <p:cNvSpPr/>
          <p:nvPr/>
        </p:nvSpPr>
        <p:spPr>
          <a:xfrm>
            <a:off x="1091677" y="32606319"/>
            <a:ext cx="27772178" cy="1093284"/>
          </a:xfrm>
          <a:prstGeom prst="roundRect">
            <a:avLst>
              <a:gd name="adj" fmla="val 24618"/>
            </a:avLst>
          </a:prstGeom>
          <a:solidFill>
            <a:srgbClr val="2E53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800" b="1" dirty="0">
                <a:latin typeface="Arial" panose="020B0604020202020204" pitchFamily="34" charset="0"/>
                <a:cs typeface="Arial" panose="020B0604020202020204" pitchFamily="34" charset="0"/>
              </a:rPr>
              <a:t>Block 6</a:t>
            </a:r>
            <a:endParaRPr kumimoji="1" lang="zh-TW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0" name="圓角矩形 59">
            <a:extLst>
              <a:ext uri="{FF2B5EF4-FFF2-40B4-BE49-F238E27FC236}">
                <a16:creationId xmlns:a16="http://schemas.microsoft.com/office/drawing/2014/main" id="{A939F5FB-E148-A1EA-D0C9-B6A064775876}"/>
              </a:ext>
            </a:extLst>
          </p:cNvPr>
          <p:cNvSpPr/>
          <p:nvPr/>
        </p:nvSpPr>
        <p:spPr>
          <a:xfrm>
            <a:off x="14908824" y="24425813"/>
            <a:ext cx="13594962" cy="1093284"/>
          </a:xfrm>
          <a:prstGeom prst="roundRect">
            <a:avLst>
              <a:gd name="adj" fmla="val 24618"/>
            </a:avLst>
          </a:prstGeom>
          <a:solidFill>
            <a:srgbClr val="2E5394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4800" b="1" dirty="0">
                <a:latin typeface="Arial" panose="020B0604020202020204" pitchFamily="34" charset="0"/>
                <a:cs typeface="Arial" panose="020B0604020202020204" pitchFamily="34" charset="0"/>
              </a:rPr>
              <a:t>Block 5</a:t>
            </a:r>
            <a:endParaRPr kumimoji="1" lang="zh-TW" altLang="en-US" sz="4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3" name="矩形 2712">
            <a:extLst>
              <a:ext uri="{FF2B5EF4-FFF2-40B4-BE49-F238E27FC236}">
                <a16:creationId xmlns:a16="http://schemas.microsoft.com/office/drawing/2014/main" id="{C500F665-AB60-A1DA-79C9-53AE8F520119}"/>
              </a:ext>
            </a:extLst>
          </p:cNvPr>
          <p:cNvSpPr/>
          <p:nvPr/>
        </p:nvSpPr>
        <p:spPr>
          <a:xfrm>
            <a:off x="1491491" y="7076661"/>
            <a:ext cx="12888000" cy="5605669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Motivation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8" name="矩形 2717">
            <a:extLst>
              <a:ext uri="{FF2B5EF4-FFF2-40B4-BE49-F238E27FC236}">
                <a16:creationId xmlns:a16="http://schemas.microsoft.com/office/drawing/2014/main" id="{D60C3221-9E16-F754-A88F-E1C3694BDF83}"/>
              </a:ext>
            </a:extLst>
          </p:cNvPr>
          <p:cNvSpPr/>
          <p:nvPr/>
        </p:nvSpPr>
        <p:spPr>
          <a:xfrm>
            <a:off x="15043226" y="7076660"/>
            <a:ext cx="13545597" cy="5605669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Takeaways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0" name="矩形 2719">
            <a:extLst>
              <a:ext uri="{FF2B5EF4-FFF2-40B4-BE49-F238E27FC236}">
                <a16:creationId xmlns:a16="http://schemas.microsoft.com/office/drawing/2014/main" id="{C5806AF2-AD62-3168-59EE-EAF36E2F25EE}"/>
              </a:ext>
            </a:extLst>
          </p:cNvPr>
          <p:cNvSpPr/>
          <p:nvPr/>
        </p:nvSpPr>
        <p:spPr>
          <a:xfrm>
            <a:off x="1472546" y="15043363"/>
            <a:ext cx="27031240" cy="8929820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Pipeline, Architecture, … 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1" name="矩形 2720">
            <a:extLst>
              <a:ext uri="{FF2B5EF4-FFF2-40B4-BE49-F238E27FC236}">
                <a16:creationId xmlns:a16="http://schemas.microsoft.com/office/drawing/2014/main" id="{1436F3AE-E9F2-3C0B-FA22-5E57069F3A5F}"/>
              </a:ext>
            </a:extLst>
          </p:cNvPr>
          <p:cNvSpPr/>
          <p:nvPr/>
        </p:nvSpPr>
        <p:spPr>
          <a:xfrm>
            <a:off x="1491491" y="25971727"/>
            <a:ext cx="12888000" cy="6151543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Results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2" name="矩形 2721">
            <a:extLst>
              <a:ext uri="{FF2B5EF4-FFF2-40B4-BE49-F238E27FC236}">
                <a16:creationId xmlns:a16="http://schemas.microsoft.com/office/drawing/2014/main" id="{8D83505A-9C4E-BFB9-1D81-516439C3D656}"/>
              </a:ext>
            </a:extLst>
          </p:cNvPr>
          <p:cNvSpPr/>
          <p:nvPr/>
        </p:nvSpPr>
        <p:spPr>
          <a:xfrm>
            <a:off x="1472545" y="34305590"/>
            <a:ext cx="27116277" cy="7254771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Results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3" name="矩形 2722">
            <a:extLst>
              <a:ext uri="{FF2B5EF4-FFF2-40B4-BE49-F238E27FC236}">
                <a16:creationId xmlns:a16="http://schemas.microsoft.com/office/drawing/2014/main" id="{0CA41740-B840-040A-EAFF-57452A6A5288}"/>
              </a:ext>
            </a:extLst>
          </p:cNvPr>
          <p:cNvSpPr/>
          <p:nvPr/>
        </p:nvSpPr>
        <p:spPr>
          <a:xfrm>
            <a:off x="15040159" y="25971727"/>
            <a:ext cx="13463628" cy="6151543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Ablation Study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2485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2C34E7-EC96-76DE-1658-3993B7FC5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406896C2-1CCC-A5E6-E434-2C7FF8E614EB}"/>
              </a:ext>
            </a:extLst>
          </p:cNvPr>
          <p:cNvSpPr/>
          <p:nvPr/>
        </p:nvSpPr>
        <p:spPr>
          <a:xfrm>
            <a:off x="-2" y="12258"/>
            <a:ext cx="30275213" cy="4205424"/>
          </a:xfrm>
          <a:prstGeom prst="rect">
            <a:avLst/>
          </a:prstGeom>
          <a:solidFill>
            <a:srgbClr val="2E539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TW" alt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1395F3E-6F53-64F4-B703-394BEC77CD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71424" y="535089"/>
            <a:ext cx="26732362" cy="1820579"/>
          </a:xfrm>
        </p:spPr>
        <p:txBody>
          <a:bodyPr anchor="ctr">
            <a:noAutofit/>
          </a:bodyPr>
          <a:lstStyle/>
          <a:p>
            <a:r>
              <a:rPr kumimoji="1" lang="en-US" altLang="zh-TW" sz="72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Poster Title</a:t>
            </a:r>
            <a:endParaRPr kumimoji="1" lang="zh-TW" altLang="en-US" sz="720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標題 1 1">
            <a:extLst>
              <a:ext uri="{FF2B5EF4-FFF2-40B4-BE49-F238E27FC236}">
                <a16:creationId xmlns:a16="http://schemas.microsoft.com/office/drawing/2014/main" id="{0C01C8D6-35F6-755A-DB28-6E2A33CE7AC3}"/>
              </a:ext>
            </a:extLst>
          </p:cNvPr>
          <p:cNvSpPr txBox="1">
            <a:spLocks/>
          </p:cNvSpPr>
          <p:nvPr/>
        </p:nvSpPr>
        <p:spPr>
          <a:xfrm>
            <a:off x="2270640" y="2188966"/>
            <a:ext cx="25733931" cy="150446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302748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9865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kumimoji="1" lang="en" altLang="zh-TW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 1, Author 2, Author3, Author 4</a:t>
            </a:r>
          </a:p>
          <a:p>
            <a:r>
              <a:rPr kumimoji="1" lang="en" altLang="zh-TW" sz="4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National Taiwan University</a:t>
            </a:r>
            <a:endParaRPr kumimoji="1" lang="zh-TW" altLang="en-US" sz="42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3" name="矩形 2712">
            <a:extLst>
              <a:ext uri="{FF2B5EF4-FFF2-40B4-BE49-F238E27FC236}">
                <a16:creationId xmlns:a16="http://schemas.microsoft.com/office/drawing/2014/main" id="{3F29C25A-6629-B9FF-1D91-5B550063F99D}"/>
              </a:ext>
            </a:extLst>
          </p:cNvPr>
          <p:cNvSpPr/>
          <p:nvPr/>
        </p:nvSpPr>
        <p:spPr>
          <a:xfrm>
            <a:off x="1491491" y="7076661"/>
            <a:ext cx="12888000" cy="5605669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18" name="矩形 2717">
            <a:extLst>
              <a:ext uri="{FF2B5EF4-FFF2-40B4-BE49-F238E27FC236}">
                <a16:creationId xmlns:a16="http://schemas.microsoft.com/office/drawing/2014/main" id="{053A29D6-3FA4-32E4-196B-27AA6A11ED87}"/>
              </a:ext>
            </a:extLst>
          </p:cNvPr>
          <p:cNvSpPr/>
          <p:nvPr/>
        </p:nvSpPr>
        <p:spPr>
          <a:xfrm>
            <a:off x="15043226" y="7076660"/>
            <a:ext cx="13545597" cy="5605669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Contribution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0" name="矩形 2719">
            <a:extLst>
              <a:ext uri="{FF2B5EF4-FFF2-40B4-BE49-F238E27FC236}">
                <a16:creationId xmlns:a16="http://schemas.microsoft.com/office/drawing/2014/main" id="{460EB7CB-FD36-DB9D-C395-40B372CBBCBC}"/>
              </a:ext>
            </a:extLst>
          </p:cNvPr>
          <p:cNvSpPr/>
          <p:nvPr/>
        </p:nvSpPr>
        <p:spPr>
          <a:xfrm>
            <a:off x="1472546" y="15043363"/>
            <a:ext cx="27031240" cy="8929820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Pipeline, Architecture, … 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1" name="矩形 2720">
            <a:extLst>
              <a:ext uri="{FF2B5EF4-FFF2-40B4-BE49-F238E27FC236}">
                <a16:creationId xmlns:a16="http://schemas.microsoft.com/office/drawing/2014/main" id="{900AD180-6F48-ED04-F7B2-76B5B920A481}"/>
              </a:ext>
            </a:extLst>
          </p:cNvPr>
          <p:cNvSpPr/>
          <p:nvPr/>
        </p:nvSpPr>
        <p:spPr>
          <a:xfrm>
            <a:off x="1491491" y="25971727"/>
            <a:ext cx="12888000" cy="6151543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Quantitative Results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2" name="矩形 2721">
            <a:extLst>
              <a:ext uri="{FF2B5EF4-FFF2-40B4-BE49-F238E27FC236}">
                <a16:creationId xmlns:a16="http://schemas.microsoft.com/office/drawing/2014/main" id="{99D22BDE-B9A7-E650-B99A-85306BC798F5}"/>
              </a:ext>
            </a:extLst>
          </p:cNvPr>
          <p:cNvSpPr/>
          <p:nvPr/>
        </p:nvSpPr>
        <p:spPr>
          <a:xfrm>
            <a:off x="1472545" y="34305590"/>
            <a:ext cx="27116277" cy="7254771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Qualitative Results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23" name="矩形 2722">
            <a:extLst>
              <a:ext uri="{FF2B5EF4-FFF2-40B4-BE49-F238E27FC236}">
                <a16:creationId xmlns:a16="http://schemas.microsoft.com/office/drawing/2014/main" id="{7097B0D5-1DF6-ECB7-865F-7C8F455984C1}"/>
              </a:ext>
            </a:extLst>
          </p:cNvPr>
          <p:cNvSpPr/>
          <p:nvPr/>
        </p:nvSpPr>
        <p:spPr>
          <a:xfrm>
            <a:off x="15040159" y="25971727"/>
            <a:ext cx="13463628" cy="6151543"/>
          </a:xfrm>
          <a:prstGeom prst="rect">
            <a:avLst/>
          </a:prstGeom>
          <a:noFill/>
          <a:ln w="76200">
            <a:solidFill>
              <a:schemeClr val="bg1">
                <a:lumMod val="6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TW" sz="60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Ablation Study</a:t>
            </a:r>
            <a:endParaRPr kumimoji="1" lang="zh-TW" altLang="en-US" sz="600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A466D68-41CA-C923-0A6A-99265C370092}"/>
              </a:ext>
            </a:extLst>
          </p:cNvPr>
          <p:cNvGrpSpPr/>
          <p:nvPr/>
        </p:nvGrpSpPr>
        <p:grpSpPr>
          <a:xfrm>
            <a:off x="1472545" y="5459696"/>
            <a:ext cx="12906946" cy="1128361"/>
            <a:chOff x="7630949" y="663387"/>
            <a:chExt cx="4320000" cy="1128361"/>
          </a:xfrm>
        </p:grpSpPr>
        <p:sp>
          <p:nvSpPr>
            <p:cNvPr id="5" name="文字方塊 4">
              <a:extLst>
                <a:ext uri="{FF2B5EF4-FFF2-40B4-BE49-F238E27FC236}">
                  <a16:creationId xmlns:a16="http://schemas.microsoft.com/office/drawing/2014/main" id="{EDACFADF-F315-848B-70DD-96046700C23D}"/>
                </a:ext>
              </a:extLst>
            </p:cNvPr>
            <p:cNvSpPr txBox="1"/>
            <p:nvPr/>
          </p:nvSpPr>
          <p:spPr>
            <a:xfrm>
              <a:off x="7690121" y="663387"/>
              <a:ext cx="4201658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" altLang="zh-TW" sz="6000" b="1" dirty="0">
                  <a:solidFill>
                    <a:srgbClr val="2E5597"/>
                  </a:solidFill>
                  <a:cs typeface="Arial" panose="020B0604020202020204" pitchFamily="34" charset="0"/>
                </a:rPr>
                <a:t>Block 1</a:t>
              </a:r>
            </a:p>
          </p:txBody>
        </p: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9B25CF96-497B-98DA-5BF7-A86BD6DD3323}"/>
                </a:ext>
              </a:extLst>
            </p:cNvPr>
            <p:cNvCxnSpPr>
              <a:cxnSpLocks/>
            </p:cNvCxnSpPr>
            <p:nvPr/>
          </p:nvCxnSpPr>
          <p:spPr>
            <a:xfrm>
              <a:off x="7630949" y="1791748"/>
              <a:ext cx="4320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318372FB-7543-DAAF-63FC-6529BBDD1FC1}"/>
              </a:ext>
            </a:extLst>
          </p:cNvPr>
          <p:cNvGrpSpPr/>
          <p:nvPr/>
        </p:nvGrpSpPr>
        <p:grpSpPr>
          <a:xfrm>
            <a:off x="14977765" y="5459696"/>
            <a:ext cx="13526019" cy="1128361"/>
            <a:chOff x="7630949" y="663387"/>
            <a:chExt cx="4527206" cy="1128361"/>
          </a:xfrm>
        </p:grpSpPr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1ED6C31-70D3-24D5-C7D7-542F17C109B3}"/>
                </a:ext>
              </a:extLst>
            </p:cNvPr>
            <p:cNvSpPr txBox="1"/>
            <p:nvPr/>
          </p:nvSpPr>
          <p:spPr>
            <a:xfrm>
              <a:off x="7793723" y="663387"/>
              <a:ext cx="4201658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" altLang="zh-TW" sz="6000" b="1" dirty="0">
                  <a:solidFill>
                    <a:srgbClr val="2E5597"/>
                  </a:solidFill>
                  <a:cs typeface="Arial" panose="020B0604020202020204" pitchFamily="34" charset="0"/>
                </a:rPr>
                <a:t>Block 2</a:t>
              </a:r>
            </a:p>
          </p:txBody>
        </p:sp>
        <p:cxnSp>
          <p:nvCxnSpPr>
            <p:cNvPr id="13" name="直線接點 12">
              <a:extLst>
                <a:ext uri="{FF2B5EF4-FFF2-40B4-BE49-F238E27FC236}">
                  <a16:creationId xmlns:a16="http://schemas.microsoft.com/office/drawing/2014/main" id="{D0A5F583-C413-3D82-3040-3F8AF990BCED}"/>
                </a:ext>
              </a:extLst>
            </p:cNvPr>
            <p:cNvCxnSpPr>
              <a:cxnSpLocks/>
            </p:cNvCxnSpPr>
            <p:nvPr/>
          </p:nvCxnSpPr>
          <p:spPr>
            <a:xfrm>
              <a:off x="7630949" y="1791748"/>
              <a:ext cx="4527206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群組 14">
            <a:extLst>
              <a:ext uri="{FF2B5EF4-FFF2-40B4-BE49-F238E27FC236}">
                <a16:creationId xmlns:a16="http://schemas.microsoft.com/office/drawing/2014/main" id="{5C69DA9C-A84C-CFAD-DF88-C24B556D5F95}"/>
              </a:ext>
            </a:extLst>
          </p:cNvPr>
          <p:cNvGrpSpPr/>
          <p:nvPr/>
        </p:nvGrpSpPr>
        <p:grpSpPr>
          <a:xfrm>
            <a:off x="1472545" y="13462372"/>
            <a:ext cx="27031238" cy="1128361"/>
            <a:chOff x="7630949" y="663387"/>
            <a:chExt cx="9047450" cy="1128361"/>
          </a:xfrm>
        </p:grpSpPr>
        <p:sp>
          <p:nvSpPr>
            <p:cNvPr id="16" name="文字方塊 15">
              <a:extLst>
                <a:ext uri="{FF2B5EF4-FFF2-40B4-BE49-F238E27FC236}">
                  <a16:creationId xmlns:a16="http://schemas.microsoft.com/office/drawing/2014/main" id="{7B73219D-BE90-65E5-8F76-8131EC5B5E16}"/>
                </a:ext>
              </a:extLst>
            </p:cNvPr>
            <p:cNvSpPr txBox="1"/>
            <p:nvPr/>
          </p:nvSpPr>
          <p:spPr>
            <a:xfrm>
              <a:off x="10053845" y="663387"/>
              <a:ext cx="4201658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" altLang="zh-TW" sz="6000" b="1" dirty="0">
                  <a:solidFill>
                    <a:srgbClr val="2E5597"/>
                  </a:solidFill>
                  <a:cs typeface="Arial" panose="020B0604020202020204" pitchFamily="34" charset="0"/>
                </a:rPr>
                <a:t>Block 3</a:t>
              </a:r>
            </a:p>
          </p:txBody>
        </p:sp>
        <p:cxnSp>
          <p:nvCxnSpPr>
            <p:cNvPr id="17" name="直線接點 16">
              <a:extLst>
                <a:ext uri="{FF2B5EF4-FFF2-40B4-BE49-F238E27FC236}">
                  <a16:creationId xmlns:a16="http://schemas.microsoft.com/office/drawing/2014/main" id="{A4F7DE51-4512-32F9-C86F-B97516A85A99}"/>
                </a:ext>
              </a:extLst>
            </p:cNvPr>
            <p:cNvCxnSpPr>
              <a:cxnSpLocks/>
            </p:cNvCxnSpPr>
            <p:nvPr/>
          </p:nvCxnSpPr>
          <p:spPr>
            <a:xfrm>
              <a:off x="7630949" y="1791748"/>
              <a:ext cx="904745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0" name="群組 19">
            <a:extLst>
              <a:ext uri="{FF2B5EF4-FFF2-40B4-BE49-F238E27FC236}">
                <a16:creationId xmlns:a16="http://schemas.microsoft.com/office/drawing/2014/main" id="{287D5D59-BED5-2034-50E9-EAD837D85557}"/>
              </a:ext>
            </a:extLst>
          </p:cNvPr>
          <p:cNvGrpSpPr/>
          <p:nvPr/>
        </p:nvGrpSpPr>
        <p:grpSpPr>
          <a:xfrm>
            <a:off x="1472545" y="24471596"/>
            <a:ext cx="12906946" cy="1128361"/>
            <a:chOff x="7630949" y="663387"/>
            <a:chExt cx="4320000" cy="1128361"/>
          </a:xfrm>
        </p:grpSpPr>
        <p:sp>
          <p:nvSpPr>
            <p:cNvPr id="21" name="文字方塊 20">
              <a:extLst>
                <a:ext uri="{FF2B5EF4-FFF2-40B4-BE49-F238E27FC236}">
                  <a16:creationId xmlns:a16="http://schemas.microsoft.com/office/drawing/2014/main" id="{8CE3C385-799B-DE32-BBDC-E2B0A9BF83C9}"/>
                </a:ext>
              </a:extLst>
            </p:cNvPr>
            <p:cNvSpPr txBox="1"/>
            <p:nvPr/>
          </p:nvSpPr>
          <p:spPr>
            <a:xfrm>
              <a:off x="7690121" y="663387"/>
              <a:ext cx="4201658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" altLang="zh-TW" sz="6000" b="1" dirty="0">
                  <a:solidFill>
                    <a:srgbClr val="2E5597"/>
                  </a:solidFill>
                  <a:cs typeface="Arial" panose="020B0604020202020204" pitchFamily="34" charset="0"/>
                </a:rPr>
                <a:t>Block 4</a:t>
              </a:r>
            </a:p>
          </p:txBody>
        </p:sp>
        <p:cxnSp>
          <p:nvCxnSpPr>
            <p:cNvPr id="22" name="直線接點 21">
              <a:extLst>
                <a:ext uri="{FF2B5EF4-FFF2-40B4-BE49-F238E27FC236}">
                  <a16:creationId xmlns:a16="http://schemas.microsoft.com/office/drawing/2014/main" id="{9D4B63EC-07F4-1C6F-0536-61097954D155}"/>
                </a:ext>
              </a:extLst>
            </p:cNvPr>
            <p:cNvCxnSpPr>
              <a:cxnSpLocks/>
            </p:cNvCxnSpPr>
            <p:nvPr/>
          </p:nvCxnSpPr>
          <p:spPr>
            <a:xfrm>
              <a:off x="7630949" y="1791748"/>
              <a:ext cx="432000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1599BF9D-81DD-AFB0-8691-AFD46D1FAC7F}"/>
              </a:ext>
            </a:extLst>
          </p:cNvPr>
          <p:cNvGrpSpPr/>
          <p:nvPr/>
        </p:nvGrpSpPr>
        <p:grpSpPr>
          <a:xfrm>
            <a:off x="14977765" y="24471596"/>
            <a:ext cx="13526019" cy="1128361"/>
            <a:chOff x="7630949" y="663387"/>
            <a:chExt cx="4527206" cy="1128361"/>
          </a:xfrm>
        </p:grpSpPr>
        <p:sp>
          <p:nvSpPr>
            <p:cNvPr id="24" name="文字方塊 23">
              <a:extLst>
                <a:ext uri="{FF2B5EF4-FFF2-40B4-BE49-F238E27FC236}">
                  <a16:creationId xmlns:a16="http://schemas.microsoft.com/office/drawing/2014/main" id="{5D4393A9-F211-6EBE-CF92-810C4ED3457D}"/>
                </a:ext>
              </a:extLst>
            </p:cNvPr>
            <p:cNvSpPr txBox="1"/>
            <p:nvPr/>
          </p:nvSpPr>
          <p:spPr>
            <a:xfrm>
              <a:off x="7793723" y="663387"/>
              <a:ext cx="4201658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" altLang="zh-TW" sz="6000" b="1" dirty="0">
                  <a:solidFill>
                    <a:srgbClr val="2E5597"/>
                  </a:solidFill>
                  <a:cs typeface="Arial" panose="020B0604020202020204" pitchFamily="34" charset="0"/>
                </a:rPr>
                <a:t>Block 5</a:t>
              </a:r>
            </a:p>
          </p:txBody>
        </p:sp>
        <p:cxnSp>
          <p:nvCxnSpPr>
            <p:cNvPr id="25" name="直線接點 24">
              <a:extLst>
                <a:ext uri="{FF2B5EF4-FFF2-40B4-BE49-F238E27FC236}">
                  <a16:creationId xmlns:a16="http://schemas.microsoft.com/office/drawing/2014/main" id="{2A16076D-3378-478A-5683-98B1E8F4A4E0}"/>
                </a:ext>
              </a:extLst>
            </p:cNvPr>
            <p:cNvCxnSpPr>
              <a:cxnSpLocks/>
            </p:cNvCxnSpPr>
            <p:nvPr/>
          </p:nvCxnSpPr>
          <p:spPr>
            <a:xfrm>
              <a:off x="7630949" y="1791748"/>
              <a:ext cx="4527206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群組 28">
            <a:extLst>
              <a:ext uri="{FF2B5EF4-FFF2-40B4-BE49-F238E27FC236}">
                <a16:creationId xmlns:a16="http://schemas.microsoft.com/office/drawing/2014/main" id="{AAE39C0D-59FA-B39E-3E11-3924A3DFF772}"/>
              </a:ext>
            </a:extLst>
          </p:cNvPr>
          <p:cNvGrpSpPr/>
          <p:nvPr/>
        </p:nvGrpSpPr>
        <p:grpSpPr>
          <a:xfrm>
            <a:off x="1462146" y="32730994"/>
            <a:ext cx="27031238" cy="1128361"/>
            <a:chOff x="7630949" y="663387"/>
            <a:chExt cx="9047450" cy="1128361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0FA4D38D-220A-C3BE-B1B0-08CA43F6ECB1}"/>
                </a:ext>
              </a:extLst>
            </p:cNvPr>
            <p:cNvSpPr txBox="1"/>
            <p:nvPr/>
          </p:nvSpPr>
          <p:spPr>
            <a:xfrm>
              <a:off x="10053845" y="663387"/>
              <a:ext cx="4201658" cy="1015663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kumimoji="1" lang="en" altLang="zh-TW" sz="6000" b="1" dirty="0">
                  <a:solidFill>
                    <a:srgbClr val="2E5597"/>
                  </a:solidFill>
                  <a:cs typeface="Arial" panose="020B0604020202020204" pitchFamily="34" charset="0"/>
                </a:rPr>
                <a:t>Block 6</a:t>
              </a:r>
            </a:p>
          </p:txBody>
        </p:sp>
        <p:cxnSp>
          <p:nvCxnSpPr>
            <p:cNvPr id="31" name="直線接點 30">
              <a:extLst>
                <a:ext uri="{FF2B5EF4-FFF2-40B4-BE49-F238E27FC236}">
                  <a16:creationId xmlns:a16="http://schemas.microsoft.com/office/drawing/2014/main" id="{E6A6B4C1-7553-A8E5-1E40-7448A2A754D3}"/>
                </a:ext>
              </a:extLst>
            </p:cNvPr>
            <p:cNvCxnSpPr>
              <a:cxnSpLocks/>
            </p:cNvCxnSpPr>
            <p:nvPr/>
          </p:nvCxnSpPr>
          <p:spPr>
            <a:xfrm>
              <a:off x="7630949" y="1791748"/>
              <a:ext cx="9047450" cy="0"/>
            </a:xfrm>
            <a:prstGeom prst="line">
              <a:avLst/>
            </a:prstGeom>
            <a:ln w="762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4462689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 佈景主題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佈景主題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佈景主題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9418</TotalTime>
  <Words>95</Words>
  <Application>Microsoft Macintosh PowerPoint</Application>
  <PresentationFormat>自訂</PresentationFormat>
  <Paragraphs>33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7" baseType="lpstr">
      <vt:lpstr>Microsoft JhengHei</vt:lpstr>
      <vt:lpstr>Arial</vt:lpstr>
      <vt:lpstr>Calibri</vt:lpstr>
      <vt:lpstr>Calibri Light</vt:lpstr>
      <vt:lpstr>Office 佈景主題</vt:lpstr>
      <vt:lpstr>Poster Title</vt:lpstr>
      <vt:lpstr>Poster Title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Taiwan-LLM Tutor: Large Language Models for Taiwanese Secondary Education</dc:title>
  <dc:creator>廖家緯</dc:creator>
  <cp:lastModifiedBy>廖家緯</cp:lastModifiedBy>
  <cp:revision>124</cp:revision>
  <dcterms:created xsi:type="dcterms:W3CDTF">2024-02-15T14:16:09Z</dcterms:created>
  <dcterms:modified xsi:type="dcterms:W3CDTF">2025-06-01T05:29:17Z</dcterms:modified>
</cp:coreProperties>
</file>